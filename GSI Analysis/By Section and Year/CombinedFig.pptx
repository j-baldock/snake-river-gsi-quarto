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" userDrawn="1">
          <p15:clr>
            <a:srgbClr val="A4A3A4"/>
          </p15:clr>
        </p15:guide>
        <p15:guide id="2" pos="64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84"/>
    <p:restoredTop sz="94683"/>
  </p:normalViewPr>
  <p:slideViewPr>
    <p:cSldViewPr snapToGrid="0" showGuides="1">
      <p:cViewPr varScale="1">
        <p:scale>
          <a:sx n="119" d="100"/>
          <a:sy n="119" d="100"/>
        </p:scale>
        <p:origin x="208" y="1056"/>
      </p:cViewPr>
      <p:guideLst>
        <p:guide orient="horz" pos="312"/>
        <p:guide pos="64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7A38A1-AC84-2A47-BB5C-843D9FCA1387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04C24-0D2E-C847-A188-E31C9DD3D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2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04C24-0D2E-C847-A188-E31C9DD3D3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30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04C24-0D2E-C847-A188-E31C9DD3D3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74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BA34-B0CD-335F-7C08-85475E436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6AA34-5CC1-4F98-F02B-F597AC991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037DF-EF15-37CA-303D-CE1B07610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2F5E-70F0-E643-B67A-CF8D73A16931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6C7AE-4035-DB39-026E-60F075E57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787EA-233D-6256-6006-7144D3F6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6AE0A-86A2-694C-8058-287E801C1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0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080D-A52D-31D8-74C5-34B25C4D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678E5-84D4-CBE7-B347-E582952A2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E00E6-B7BD-01D9-2420-C94BFE53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2F5E-70F0-E643-B67A-CF8D73A16931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81885-70D4-E03B-0596-545E4CF8A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73248-4081-EB2A-3E00-6AB6ED38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6AE0A-86A2-694C-8058-287E801C1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6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CF440-C51C-F081-518C-213A352A6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ACBB0-3200-B48A-5EDD-3897E352A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86C23-4E17-0A32-BD60-F314B4A97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2F5E-70F0-E643-B67A-CF8D73A16931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C470C-3E15-F70A-653D-54F660772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461E1-0C53-D5FE-5139-D0ABA1510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6AE0A-86A2-694C-8058-287E801C1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8C557-D991-BCAF-E0A1-552F82DA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1164F-DEE0-441F-5A1A-06F8EDF63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A40EE-9925-230D-E9F9-094E4BD3B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13355-D867-A280-2858-D50A3CC2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2F5E-70F0-E643-B67A-CF8D73A16931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A4419-20C8-730C-D30F-D0270EB1B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846F8-49A4-1EC5-C33A-658BE2DB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6AE0A-86A2-694C-8058-287E801C1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66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932D-8423-3D7A-0ACE-BD031E42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617B3-B08D-A49A-B79D-1645A1ADF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92E49-E894-4FEF-CC1D-FE7C6A75E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AA6AF-F7DC-713D-1396-6297DACAF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08FECF-EBD8-38CF-07E1-ED925DCD8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EAD45-76C9-33C4-A3A1-B3882D8A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2F5E-70F0-E643-B67A-CF8D73A16931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42EF32-464D-A738-61F3-EB32455DC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7FDAE9-A7E0-A9BD-D615-AB1463D39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6AE0A-86A2-694C-8058-287E801C1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15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7C76B-6D14-7CEE-49B9-5A1006F2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62CB7F-33E5-2859-030A-E08B2793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2F5E-70F0-E643-B67A-CF8D73A16931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A75A12-EEDD-0999-2F71-7A1D6C2F5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751F0-4642-61DD-2CA0-2A5BCBB64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6AE0A-86A2-694C-8058-287E801C1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62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64A2B9-0120-00FE-DA30-D71B75AD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2F5E-70F0-E643-B67A-CF8D73A16931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258E85-0544-9552-08F6-A01E906B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601A2-18D4-37C2-26D2-44808001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6AE0A-86A2-694C-8058-287E801C1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4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43E3-90B6-D77F-7579-343FC7335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5D3EA-D994-5CCC-E2C8-B4693285E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28185-D583-DC53-F44C-74D798CE9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C9530-8461-3BBA-2BD5-C23E0E030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2F5E-70F0-E643-B67A-CF8D73A16931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E640A3-A9E9-76D1-EEF5-CCE5C664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746FD-00CE-F34C-3CF1-AE8AC3A8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6AE0A-86A2-694C-8058-287E801C1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04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A5A0-B1C8-EB84-C261-B430645DD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C9C8DF-ED31-6048-8CE5-BB51C07E64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1CAD7-086E-7671-93C4-57BCB107A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9F82F-2471-CE67-4EA9-52F9100E2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2F5E-70F0-E643-B67A-CF8D73A16931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38449-AC95-C5D2-1A19-C64DFFD11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DAE9C-3E59-8BC7-B96A-6694C11F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6AE0A-86A2-694C-8058-287E801C1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93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8FBD7-D586-768C-D072-F69AC58C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414C3-F8AC-83CD-7D43-29014ECE2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8339E-4452-7FE7-85C2-32A2C6FAA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2F5E-70F0-E643-B67A-CF8D73A16931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801BD-DFC9-90C8-4C46-8A25424B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C36B9-F2F9-078F-FA4B-8CAD767C5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6AE0A-86A2-694C-8058-287E801C1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0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99603D-B722-C356-88B3-000D1F0BDB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BF84D-2137-EBBA-23F3-5B945069D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120D0-B9E5-A895-9A56-9901E1D3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2F5E-70F0-E643-B67A-CF8D73A16931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096D1-7EB4-CEE5-7494-8AAAC01D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4B32C-AEEC-353C-6382-E8BC279E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6AE0A-86A2-694C-8058-287E801C1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91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3CF39-96CB-7448-D613-BD46B5CC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83C58-7FC1-E89A-6863-D8ED620CC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969F2-91B9-5662-7AF3-C26FD2724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462F5E-70F0-E643-B67A-CF8D73A16931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C58F2-6B76-1293-502E-A12A0021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55259-0966-EAF2-81BF-3C8F35878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36AE0A-86A2-694C-8058-287E801C1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49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BC6CA472-F371-E3E4-93B6-AFBDE7DF1E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61"/>
          <a:stretch/>
        </p:blipFill>
        <p:spPr>
          <a:xfrm>
            <a:off x="399789" y="15262"/>
            <a:ext cx="7394382" cy="6842737"/>
          </a:xfrm>
          <a:prstGeom prst="rect">
            <a:avLst/>
          </a:prstGeom>
        </p:spPr>
      </p:pic>
      <p:pic>
        <p:nvPicPr>
          <p:cNvPr id="7" name="Picture 6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5477DF94-A3AE-A22C-870C-73B5790B30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337" t="551" r="28183" b="92623"/>
          <a:stretch/>
        </p:blipFill>
        <p:spPr>
          <a:xfrm>
            <a:off x="5190644" y="107949"/>
            <a:ext cx="2486506" cy="45276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9" name="Picture 8" descr="A group of pie charts&#10;&#10;Description automatically generated">
            <a:extLst>
              <a:ext uri="{FF2B5EF4-FFF2-40B4-BE49-F238E27FC236}">
                <a16:creationId xmlns:a16="http://schemas.microsoft.com/office/drawing/2014/main" id="{BDF7CC9F-B64D-AC44-3DF5-F0F576DDBA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35" t="9582" r="69622" b="56640"/>
          <a:stretch/>
        </p:blipFill>
        <p:spPr>
          <a:xfrm>
            <a:off x="7772400" y="47931"/>
            <a:ext cx="1032933" cy="1048238"/>
          </a:xfrm>
          <a:prstGeom prst="rect">
            <a:avLst/>
          </a:prstGeom>
        </p:spPr>
      </p:pic>
      <p:pic>
        <p:nvPicPr>
          <p:cNvPr id="10" name="Picture 9" descr="A group of pie charts&#10;&#10;Description automatically generated">
            <a:extLst>
              <a:ext uri="{FF2B5EF4-FFF2-40B4-BE49-F238E27FC236}">
                <a16:creationId xmlns:a16="http://schemas.microsoft.com/office/drawing/2014/main" id="{6A54F6C8-EE67-AFA3-2EF9-B16EB586C8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502" t="8976" r="36889" b="56115"/>
          <a:stretch/>
        </p:blipFill>
        <p:spPr>
          <a:xfrm>
            <a:off x="7768167" y="1098531"/>
            <a:ext cx="1043819" cy="1083318"/>
          </a:xfrm>
          <a:prstGeom prst="rect">
            <a:avLst/>
          </a:prstGeom>
        </p:spPr>
      </p:pic>
      <p:pic>
        <p:nvPicPr>
          <p:cNvPr id="11" name="Picture 10" descr="A group of pie charts&#10;&#10;Description automatically generated">
            <a:extLst>
              <a:ext uri="{FF2B5EF4-FFF2-40B4-BE49-F238E27FC236}">
                <a16:creationId xmlns:a16="http://schemas.microsoft.com/office/drawing/2014/main" id="{80ED75F8-0C2B-C7CD-B02B-5EEC42A2FB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130" t="9457" r="3273" b="56307"/>
          <a:stretch/>
        </p:blipFill>
        <p:spPr>
          <a:xfrm>
            <a:off x="7757760" y="2176510"/>
            <a:ext cx="1083984" cy="1062412"/>
          </a:xfrm>
          <a:prstGeom prst="rect">
            <a:avLst/>
          </a:prstGeom>
        </p:spPr>
      </p:pic>
      <p:pic>
        <p:nvPicPr>
          <p:cNvPr id="12" name="Picture 11" descr="A group of pie charts&#10;&#10;Description automatically generated">
            <a:extLst>
              <a:ext uri="{FF2B5EF4-FFF2-40B4-BE49-F238E27FC236}">
                <a16:creationId xmlns:a16="http://schemas.microsoft.com/office/drawing/2014/main" id="{80E4550E-F466-D0C7-E335-C28F4C321E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46" t="52614" r="69333" b="12477"/>
          <a:stretch/>
        </p:blipFill>
        <p:spPr>
          <a:xfrm>
            <a:off x="7753527" y="3228844"/>
            <a:ext cx="1068731" cy="1083318"/>
          </a:xfrm>
          <a:prstGeom prst="rect">
            <a:avLst/>
          </a:prstGeom>
        </p:spPr>
      </p:pic>
      <p:pic>
        <p:nvPicPr>
          <p:cNvPr id="13" name="Picture 12" descr="A group of pie charts&#10;&#10;Description automatically generated">
            <a:extLst>
              <a:ext uri="{FF2B5EF4-FFF2-40B4-BE49-F238E27FC236}">
                <a16:creationId xmlns:a16="http://schemas.microsoft.com/office/drawing/2014/main" id="{FC83DA5B-086E-7290-36D3-08873FFDAF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533" t="53056" r="36647" b="12709"/>
          <a:stretch/>
        </p:blipFill>
        <p:spPr>
          <a:xfrm>
            <a:off x="7768167" y="4313984"/>
            <a:ext cx="1052401" cy="1062412"/>
          </a:xfrm>
          <a:prstGeom prst="rect">
            <a:avLst/>
          </a:prstGeom>
        </p:spPr>
      </p:pic>
      <p:pic>
        <p:nvPicPr>
          <p:cNvPr id="14" name="Picture 13" descr="A group of pie charts&#10;&#10;Description automatically generated">
            <a:extLst>
              <a:ext uri="{FF2B5EF4-FFF2-40B4-BE49-F238E27FC236}">
                <a16:creationId xmlns:a16="http://schemas.microsoft.com/office/drawing/2014/main" id="{A657387D-8C5C-EDD3-CA09-5924128D06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245" t="53048" r="3935" b="12718"/>
          <a:stretch/>
        </p:blipFill>
        <p:spPr>
          <a:xfrm>
            <a:off x="7765925" y="5382732"/>
            <a:ext cx="1052400" cy="1062412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23C25DF-9256-8914-190A-E70A7596653C}"/>
              </a:ext>
            </a:extLst>
          </p:cNvPr>
          <p:cNvSpPr>
            <a:spLocks noChangeAspect="1"/>
          </p:cNvSpPr>
          <p:nvPr/>
        </p:nvSpPr>
        <p:spPr>
          <a:xfrm>
            <a:off x="7768773" y="5390955"/>
            <a:ext cx="1043432" cy="104241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3890B84-EE6B-A281-E8E6-2FA05E646357}"/>
              </a:ext>
            </a:extLst>
          </p:cNvPr>
          <p:cNvSpPr>
            <a:spLocks noChangeAspect="1"/>
          </p:cNvSpPr>
          <p:nvPr/>
        </p:nvSpPr>
        <p:spPr>
          <a:xfrm>
            <a:off x="7772897" y="4322777"/>
            <a:ext cx="1043432" cy="104241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05A09F-A24B-48B5-9248-AF212FA5D4EF}"/>
              </a:ext>
            </a:extLst>
          </p:cNvPr>
          <p:cNvSpPr>
            <a:spLocks noChangeAspect="1"/>
          </p:cNvSpPr>
          <p:nvPr/>
        </p:nvSpPr>
        <p:spPr>
          <a:xfrm>
            <a:off x="7768554" y="3248543"/>
            <a:ext cx="1043432" cy="104241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D389CD-C17D-F24B-2506-77FB9504838B}"/>
              </a:ext>
            </a:extLst>
          </p:cNvPr>
          <p:cNvSpPr>
            <a:spLocks noChangeAspect="1"/>
          </p:cNvSpPr>
          <p:nvPr/>
        </p:nvSpPr>
        <p:spPr>
          <a:xfrm>
            <a:off x="7768554" y="2180092"/>
            <a:ext cx="1043432" cy="104241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CE36D26-44F3-30A4-4293-7438EFF47DFB}"/>
              </a:ext>
            </a:extLst>
          </p:cNvPr>
          <p:cNvSpPr>
            <a:spLocks noChangeAspect="1"/>
          </p:cNvSpPr>
          <p:nvPr/>
        </p:nvSpPr>
        <p:spPr>
          <a:xfrm>
            <a:off x="7772903" y="1113755"/>
            <a:ext cx="1043432" cy="104241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4113E38-5E7A-B205-067D-0C41DD273372}"/>
              </a:ext>
            </a:extLst>
          </p:cNvPr>
          <p:cNvSpPr>
            <a:spLocks noChangeAspect="1"/>
          </p:cNvSpPr>
          <p:nvPr/>
        </p:nvSpPr>
        <p:spPr>
          <a:xfrm>
            <a:off x="7768554" y="46643"/>
            <a:ext cx="1043432" cy="104241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40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8F75CCDB-E9D1-FDE2-F61F-FE4C3464C5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22"/>
          <a:stretch/>
        </p:blipFill>
        <p:spPr>
          <a:xfrm>
            <a:off x="982132" y="80434"/>
            <a:ext cx="7305161" cy="6777566"/>
          </a:xfrm>
          <a:prstGeom prst="rect">
            <a:avLst/>
          </a:prstGeom>
        </p:spPr>
      </p:pic>
      <p:pic>
        <p:nvPicPr>
          <p:cNvPr id="5" name="Picture 4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29267EC7-E1E2-A3F1-6C10-067EF9AECF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337" t="551" r="28183" b="92623"/>
          <a:stretch/>
        </p:blipFill>
        <p:spPr>
          <a:xfrm>
            <a:off x="5817054" y="192615"/>
            <a:ext cx="2360088" cy="42974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6" name="Picture 5" descr="A group of pie charts&#10;&#10;Description automatically generated">
            <a:extLst>
              <a:ext uri="{FF2B5EF4-FFF2-40B4-BE49-F238E27FC236}">
                <a16:creationId xmlns:a16="http://schemas.microsoft.com/office/drawing/2014/main" id="{E591A6AD-204E-E573-5C25-EDDAE5DC14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35" t="9582" r="69622" b="56640"/>
          <a:stretch/>
        </p:blipFill>
        <p:spPr>
          <a:xfrm>
            <a:off x="8271939" y="149536"/>
            <a:ext cx="850114" cy="862710"/>
          </a:xfrm>
          <a:prstGeom prst="rect">
            <a:avLst/>
          </a:prstGeom>
        </p:spPr>
      </p:pic>
      <p:pic>
        <p:nvPicPr>
          <p:cNvPr id="7" name="Picture 6" descr="A group of pie charts&#10;&#10;Description automatically generated">
            <a:extLst>
              <a:ext uri="{FF2B5EF4-FFF2-40B4-BE49-F238E27FC236}">
                <a16:creationId xmlns:a16="http://schemas.microsoft.com/office/drawing/2014/main" id="{D3E913FB-320F-F699-66BC-33A60BD72C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502" t="8976" r="36889" b="56115"/>
          <a:stretch/>
        </p:blipFill>
        <p:spPr>
          <a:xfrm>
            <a:off x="8267705" y="1022330"/>
            <a:ext cx="859073" cy="891581"/>
          </a:xfrm>
          <a:prstGeom prst="rect">
            <a:avLst/>
          </a:prstGeom>
        </p:spPr>
      </p:pic>
      <p:pic>
        <p:nvPicPr>
          <p:cNvPr id="8" name="Picture 7" descr="A group of pie charts&#10;&#10;Description automatically generated">
            <a:extLst>
              <a:ext uri="{FF2B5EF4-FFF2-40B4-BE49-F238E27FC236}">
                <a16:creationId xmlns:a16="http://schemas.microsoft.com/office/drawing/2014/main" id="{CE97A0DC-D4AE-2790-A25C-5B5C2CD8B9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130" t="9457" r="3273" b="56307"/>
          <a:stretch/>
        </p:blipFill>
        <p:spPr>
          <a:xfrm>
            <a:off x="8257299" y="1947907"/>
            <a:ext cx="892130" cy="874376"/>
          </a:xfrm>
          <a:prstGeom prst="rect">
            <a:avLst/>
          </a:prstGeom>
        </p:spPr>
      </p:pic>
      <p:pic>
        <p:nvPicPr>
          <p:cNvPr id="9" name="Picture 8" descr="A group of pie charts&#10;&#10;Description automatically generated">
            <a:extLst>
              <a:ext uri="{FF2B5EF4-FFF2-40B4-BE49-F238E27FC236}">
                <a16:creationId xmlns:a16="http://schemas.microsoft.com/office/drawing/2014/main" id="{DFD7A3F0-3076-0DC5-0C7A-CA332D725F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46" t="52614" r="69333" b="12477"/>
          <a:stretch/>
        </p:blipFill>
        <p:spPr>
          <a:xfrm>
            <a:off x="8253066" y="2847841"/>
            <a:ext cx="879576" cy="891582"/>
          </a:xfrm>
          <a:prstGeom prst="rect">
            <a:avLst/>
          </a:prstGeom>
        </p:spPr>
      </p:pic>
      <p:pic>
        <p:nvPicPr>
          <p:cNvPr id="10" name="Picture 9" descr="A group of pie charts&#10;&#10;Description automatically generated">
            <a:extLst>
              <a:ext uri="{FF2B5EF4-FFF2-40B4-BE49-F238E27FC236}">
                <a16:creationId xmlns:a16="http://schemas.microsoft.com/office/drawing/2014/main" id="{2596420C-C84B-565C-4543-5F770704FD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533" t="53056" r="36647" b="12709"/>
          <a:stretch/>
        </p:blipFill>
        <p:spPr>
          <a:xfrm>
            <a:off x="8267705" y="3763651"/>
            <a:ext cx="866137" cy="874376"/>
          </a:xfrm>
          <a:prstGeom prst="rect">
            <a:avLst/>
          </a:prstGeom>
        </p:spPr>
      </p:pic>
      <p:pic>
        <p:nvPicPr>
          <p:cNvPr id="11" name="Picture 10" descr="A group of pie charts&#10;&#10;Description automatically generated">
            <a:extLst>
              <a:ext uri="{FF2B5EF4-FFF2-40B4-BE49-F238E27FC236}">
                <a16:creationId xmlns:a16="http://schemas.microsoft.com/office/drawing/2014/main" id="{52F60D62-F041-DFE1-67BA-4CA2890556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245" t="53048" r="3935" b="12718"/>
          <a:stretch/>
        </p:blipFill>
        <p:spPr>
          <a:xfrm>
            <a:off x="8265463" y="4671530"/>
            <a:ext cx="866136" cy="874376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DF4E4-2DA1-BB4F-A200-3DABC567CAEB}"/>
              </a:ext>
            </a:extLst>
          </p:cNvPr>
          <p:cNvSpPr>
            <a:spLocks noChangeAspect="1"/>
          </p:cNvSpPr>
          <p:nvPr/>
        </p:nvSpPr>
        <p:spPr>
          <a:xfrm>
            <a:off x="8268311" y="4671285"/>
            <a:ext cx="858755" cy="85791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FD1C29-F423-D894-B2FA-656E966B5CE5}"/>
              </a:ext>
            </a:extLst>
          </p:cNvPr>
          <p:cNvSpPr>
            <a:spLocks noChangeAspect="1"/>
          </p:cNvSpPr>
          <p:nvPr/>
        </p:nvSpPr>
        <p:spPr>
          <a:xfrm>
            <a:off x="8272435" y="3763976"/>
            <a:ext cx="858755" cy="85791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15E7FA5-06E7-3BA5-2BA5-35A255CB6EC6}"/>
              </a:ext>
            </a:extLst>
          </p:cNvPr>
          <p:cNvSpPr>
            <a:spLocks noChangeAspect="1"/>
          </p:cNvSpPr>
          <p:nvPr/>
        </p:nvSpPr>
        <p:spPr>
          <a:xfrm>
            <a:off x="8268092" y="2850605"/>
            <a:ext cx="858755" cy="85791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C80B321-19A7-C77B-48E5-4344EDE20048}"/>
              </a:ext>
            </a:extLst>
          </p:cNvPr>
          <p:cNvSpPr>
            <a:spLocks noChangeAspect="1"/>
          </p:cNvSpPr>
          <p:nvPr/>
        </p:nvSpPr>
        <p:spPr>
          <a:xfrm>
            <a:off x="8268092" y="1951488"/>
            <a:ext cx="858755" cy="85791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CFFB47-AAAC-80F6-AC98-D0D2A0E87751}"/>
              </a:ext>
            </a:extLst>
          </p:cNvPr>
          <p:cNvSpPr>
            <a:spLocks noChangeAspect="1"/>
          </p:cNvSpPr>
          <p:nvPr/>
        </p:nvSpPr>
        <p:spPr>
          <a:xfrm>
            <a:off x="8272441" y="1037554"/>
            <a:ext cx="858755" cy="85791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B58456-3D84-1DC6-93FC-8D9E47B92AA9}"/>
              </a:ext>
            </a:extLst>
          </p:cNvPr>
          <p:cNvSpPr>
            <a:spLocks noChangeAspect="1"/>
          </p:cNvSpPr>
          <p:nvPr/>
        </p:nvSpPr>
        <p:spPr>
          <a:xfrm>
            <a:off x="8259625" y="148247"/>
            <a:ext cx="858755" cy="85791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75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83FD3001-5843-DAA8-591F-74E9012F1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254" y="-484492"/>
            <a:ext cx="2644191" cy="2313667"/>
          </a:xfrm>
          <a:prstGeom prst="rect">
            <a:avLst/>
          </a:prstGeom>
        </p:spPr>
      </p:pic>
      <p:pic>
        <p:nvPicPr>
          <p:cNvPr id="5" name="Picture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D36D9205-BA7A-B1E1-1C31-CC3E94A41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936" y="-341500"/>
            <a:ext cx="2644191" cy="2313667"/>
          </a:xfrm>
          <a:prstGeom prst="rect">
            <a:avLst/>
          </a:prstGeom>
        </p:spPr>
      </p:pic>
      <p:pic>
        <p:nvPicPr>
          <p:cNvPr id="9" name="Picture 8" descr="A graph of a flow line&#10;&#10;Description automatically generated">
            <a:extLst>
              <a:ext uri="{FF2B5EF4-FFF2-40B4-BE49-F238E27FC236}">
                <a16:creationId xmlns:a16="http://schemas.microsoft.com/office/drawing/2014/main" id="{E2DE48A4-549A-D301-E24D-A51FD0191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53" y="2115159"/>
            <a:ext cx="2644191" cy="2313667"/>
          </a:xfrm>
          <a:prstGeom prst="rect">
            <a:avLst/>
          </a:prstGeom>
        </p:spPr>
      </p:pic>
      <p:pic>
        <p:nvPicPr>
          <p:cNvPr id="11" name="Picture 10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EFA5A09E-2385-24FA-2662-EDCC9C4117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5258" y="2157235"/>
            <a:ext cx="2644191" cy="2313667"/>
          </a:xfrm>
          <a:prstGeom prst="rect">
            <a:avLst/>
          </a:prstGeom>
        </p:spPr>
      </p:pic>
      <p:pic>
        <p:nvPicPr>
          <p:cNvPr id="17" name="Picture 16" descr="A graph of a number of individuals&#10;&#10;Description automatically generated with medium confidence">
            <a:extLst>
              <a:ext uri="{FF2B5EF4-FFF2-40B4-BE49-F238E27FC236}">
                <a16:creationId xmlns:a16="http://schemas.microsoft.com/office/drawing/2014/main" id="{7D7DB2FE-0FB2-6337-9701-88A96636B4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3552" y="4544333"/>
            <a:ext cx="2644191" cy="2313667"/>
          </a:xfrm>
          <a:prstGeom prst="rect">
            <a:avLst/>
          </a:prstGeom>
        </p:spPr>
      </p:pic>
      <p:pic>
        <p:nvPicPr>
          <p:cNvPr id="19" name="Picture 18" descr="A graph of different types of water&#10;&#10;Description automatically generated">
            <a:extLst>
              <a:ext uri="{FF2B5EF4-FFF2-40B4-BE49-F238E27FC236}">
                <a16:creationId xmlns:a16="http://schemas.microsoft.com/office/drawing/2014/main" id="{4F14AABF-EC0F-241B-4ED3-624E945DC1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930" y="4962668"/>
            <a:ext cx="2644191" cy="2313667"/>
          </a:xfrm>
          <a:prstGeom prst="rect">
            <a:avLst/>
          </a:prstGeom>
        </p:spPr>
      </p:pic>
      <p:pic>
        <p:nvPicPr>
          <p:cNvPr id="21" name="Picture 20" descr="A graph showing the number of data&#10;&#10;Description automatically generated with medium confidence">
            <a:extLst>
              <a:ext uri="{FF2B5EF4-FFF2-40B4-BE49-F238E27FC236}">
                <a16:creationId xmlns:a16="http://schemas.microsoft.com/office/drawing/2014/main" id="{74B2D2F0-6A08-5095-62FA-BA5949FAE1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pic>
        <p:nvPicPr>
          <p:cNvPr id="23" name="Picture 22" descr="A graph of a number of different colored objects&#10;&#10;Description automatically generated with medium confidence">
            <a:extLst>
              <a:ext uri="{FF2B5EF4-FFF2-40B4-BE49-F238E27FC236}">
                <a16:creationId xmlns:a16="http://schemas.microsoft.com/office/drawing/2014/main" id="{FBBE4530-B5E9-79DA-8E50-E8D0801526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8438" y="1495971"/>
            <a:ext cx="4059475" cy="355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7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F4614F7D-6704-0471-F87B-CE135336F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17" y="1115333"/>
            <a:ext cx="2644191" cy="2313667"/>
          </a:xfrm>
          <a:prstGeom prst="rect">
            <a:avLst/>
          </a:prstGeom>
        </p:spPr>
      </p:pic>
      <p:pic>
        <p:nvPicPr>
          <p:cNvPr id="3" name="Picture 2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FA2C800E-A611-FCDD-5A35-E7323732D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994" y="1045355"/>
            <a:ext cx="2644191" cy="231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20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2</Words>
  <Application>Microsoft Macintosh PowerPoint</Application>
  <PresentationFormat>Widescreen</PresentationFormat>
  <Paragraphs>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Baldock</dc:creator>
  <cp:lastModifiedBy>Jeff Baldock</cp:lastModifiedBy>
  <cp:revision>2</cp:revision>
  <dcterms:created xsi:type="dcterms:W3CDTF">2025-02-23T22:10:09Z</dcterms:created>
  <dcterms:modified xsi:type="dcterms:W3CDTF">2025-02-25T06:04:32Z</dcterms:modified>
</cp:coreProperties>
</file>